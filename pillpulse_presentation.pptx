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156" y="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34C49FD-318D-49AE-BAC7-5634695CC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44DC2E-9E72-4669-878E-AF93DF307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56A799-9BBA-4BC7-8D47-C6251FDDF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9EA9C1F-2B28-4DEA-8EF8-4D0A06E28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AD021B0-C307-4067-887D-35DF45447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148" y="549275"/>
            <a:ext cx="8316514" cy="57579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49" y="393972"/>
            <a:ext cx="3537347" cy="231184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PillPulse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624" y="3255091"/>
            <a:ext cx="4089752" cy="2537699"/>
          </a:xfrm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Intelligent Medication Accountability System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3500" kern="1200" dirty="0">
              <a:solidFill>
                <a:schemeClr val="tx1">
                  <a:alpha val="60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dirty="0">
                <a:solidFill>
                  <a:schemeClr val="tx1">
                    <a:alpha val="60000"/>
                  </a:schemeClr>
                </a:solidFill>
              </a:rPr>
              <a:t>-Joshua A</a:t>
            </a:r>
            <a:endParaRPr lang="en-US" sz="3500" kern="1200" dirty="0">
              <a:solidFill>
                <a:schemeClr val="tx1">
                  <a:alpha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3CC9DA-C742-47CF-8965-06B4D836A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87502" y="549273"/>
            <a:ext cx="3943153" cy="5757924"/>
            <a:chOff x="4656138" y="0"/>
            <a:chExt cx="6983409" cy="63087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27219E4-2868-4D53-9258-78813DDFD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2794" cy="6308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7272C0A-7EBF-4D41-9851-D1B8A23DF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AD8EFA-1927-489C-803F-6F7684B61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5" name="Picture 4" descr="Capsules and pills inside a glass bowl">
            <a:extLst>
              <a:ext uri="{FF2B5EF4-FFF2-40B4-BE49-F238E27FC236}">
                <a16:creationId xmlns:a16="http://schemas.microsoft.com/office/drawing/2014/main" id="{BC0C57AD-C008-C8F0-419A-8E022D47A1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44"/>
          <a:stretch>
            <a:fillRect/>
          </a:stretch>
        </p:blipFill>
        <p:spPr>
          <a:xfrm>
            <a:off x="4837376" y="549273"/>
            <a:ext cx="3841896" cy="57564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Medication adherence is a major healthcare challenge.</a:t>
            </a:r>
          </a:p>
          <a:p>
            <a:r>
              <a:rPr lang="en-US" sz="1700"/>
              <a:t>Many patients forget or incorrectly follow prescriptions.</a:t>
            </a:r>
          </a:p>
          <a:p>
            <a:r>
              <a:rPr lang="en-US" sz="1700"/>
              <a:t>Manual entry of medicines in reminder apps is inconvenient.</a:t>
            </a:r>
          </a:p>
          <a:p>
            <a:r>
              <a:rPr lang="en-US" sz="1700"/>
              <a:t>Doctor prescriptions are often handwritten and difficult to interpret.</a:t>
            </a:r>
          </a:p>
          <a:p>
            <a:r>
              <a:rPr lang="en-US" sz="1700"/>
              <a:t>PillPulse AI aims to simplify medication management using intelligent automation.</a:t>
            </a:r>
          </a:p>
        </p:txBody>
      </p:sp>
      <p:pic>
        <p:nvPicPr>
          <p:cNvPr id="5" name="Picture 4" descr="Close-up unopened pill packets">
            <a:extLst>
              <a:ext uri="{FF2B5EF4-FFF2-40B4-BE49-F238E27FC236}">
                <a16:creationId xmlns:a16="http://schemas.microsoft.com/office/drawing/2014/main" id="{16B99908-3B01-9C68-9AAC-879B5DD055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85" r="2503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Patients struggle to understand handwritten prescriptions.</a:t>
            </a:r>
          </a:p>
          <a:p>
            <a:r>
              <a:rPr lang="en-US" sz="1700"/>
              <a:t>Manual entry of medicines in apps leads to errors.</a:t>
            </a:r>
          </a:p>
          <a:p>
            <a:r>
              <a:rPr lang="en-US" sz="1700"/>
              <a:t>Medication reminders can be ignored or misconfigured.</a:t>
            </a:r>
          </a:p>
          <a:p>
            <a:r>
              <a:rPr lang="en-US" sz="1700"/>
              <a:t>Incorrect dosage or missed medication can lead to health risks.</a:t>
            </a:r>
          </a:p>
          <a:p>
            <a:r>
              <a:rPr lang="en-US" sz="1700"/>
              <a:t>There is a need for a system that automatically converts prescriptions into medication schedules.</a:t>
            </a:r>
          </a:p>
        </p:txBody>
      </p:sp>
      <p:pic>
        <p:nvPicPr>
          <p:cNvPr id="14" name="Picture 13" descr="Pen placed on top of a signature line">
            <a:extLst>
              <a:ext uri="{FF2B5EF4-FFF2-40B4-BE49-F238E27FC236}">
                <a16:creationId xmlns:a16="http://schemas.microsoft.com/office/drawing/2014/main" id="{B130C134-0B17-7764-FDB9-760567B9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08" r="561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Proposed Solution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600"/>
              <a:t>User uploads an image of a doctor’s prescription.</a:t>
            </a:r>
          </a:p>
          <a:p>
            <a:r>
              <a:rPr lang="en-US" sz="1600"/>
              <a:t>AI model interprets handwritten prescription text.</a:t>
            </a:r>
          </a:p>
          <a:p>
            <a:r>
              <a:rPr lang="en-US" sz="1600"/>
              <a:t>System extracts medicines, dosage, and schedule information.</a:t>
            </a:r>
          </a:p>
          <a:p>
            <a:r>
              <a:rPr lang="en-US" sz="1600"/>
              <a:t>Medication schedule is automatically generated.</a:t>
            </a:r>
          </a:p>
          <a:p>
            <a:r>
              <a:rPr lang="en-US" sz="1600"/>
              <a:t>Reminders and adherence tracking are configured automatically.</a:t>
            </a:r>
          </a:p>
          <a:p>
            <a:r>
              <a:rPr lang="en-US" sz="1600"/>
              <a:t>User can confirm doses and monitor medication adherence.</a:t>
            </a:r>
          </a:p>
        </p:txBody>
      </p:sp>
      <p:pic>
        <p:nvPicPr>
          <p:cNvPr id="5" name="Picture 4" descr="Blue scheduled pillbox">
            <a:extLst>
              <a:ext uri="{FF2B5EF4-FFF2-40B4-BE49-F238E27FC236}">
                <a16:creationId xmlns:a16="http://schemas.microsoft.com/office/drawing/2014/main" id="{B2F914CD-26F7-EC98-D030-0666279C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62" r="3408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psules and pills inside a glass bowl">
            <a:extLst>
              <a:ext uri="{FF2B5EF4-FFF2-40B4-BE49-F238E27FC236}">
                <a16:creationId xmlns:a16="http://schemas.microsoft.com/office/drawing/2014/main" id="{6EFC8CBE-744C-9057-2075-D4058E213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5" r="54540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Results /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Automatic conversion of prescription images into structured medication schedules.</a:t>
            </a:r>
          </a:p>
          <a:p>
            <a:r>
              <a:rPr lang="en-US" sz="1700"/>
              <a:t>Reduced manual effort for patients entering medicines.</a:t>
            </a:r>
          </a:p>
          <a:p>
            <a:r>
              <a:rPr lang="en-US" sz="1700"/>
              <a:t>Improved medication adherence tracking.</a:t>
            </a:r>
          </a:p>
          <a:p>
            <a:r>
              <a:rPr lang="en-US" sz="1700"/>
              <a:t>Clear visualization of medicine schedules and reminders.</a:t>
            </a:r>
          </a:p>
          <a:p>
            <a:r>
              <a:rPr lang="en-US" sz="1700"/>
              <a:t>Improved accessibility for elderly or non‑technical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unopened pill packets">
            <a:extLst>
              <a:ext uri="{FF2B5EF4-FFF2-40B4-BE49-F238E27FC236}">
                <a16:creationId xmlns:a16="http://schemas.microsoft.com/office/drawing/2014/main" id="{37844041-5761-AD31-2863-14812E0BB0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2375" r="16321"/>
          <a:stretch>
            <a:fillRect/>
          </a:stretch>
        </p:blipFill>
        <p:spPr>
          <a:xfrm>
            <a:off x="4348157" y="10"/>
            <a:ext cx="4795614" cy="51434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DDEBDD-D8BD-41A6-8A0D-B00E3768B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749" y="806450"/>
            <a:ext cx="3602727" cy="163338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748" y="2561357"/>
            <a:ext cx="3602726" cy="3045693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PillPulse AI simplifies medication management by interpreting prescriptions automatically.</a:t>
            </a:r>
          </a:p>
          <a:p>
            <a:r>
              <a:rPr lang="en-US" sz="1500">
                <a:solidFill>
                  <a:srgbClr val="000000"/>
                </a:solidFill>
              </a:rPr>
              <a:t>The system reduces errors in medication scheduling.</a:t>
            </a:r>
          </a:p>
          <a:p>
            <a:r>
              <a:rPr lang="en-US" sz="1500">
                <a:solidFill>
                  <a:srgbClr val="000000"/>
                </a:solidFill>
              </a:rPr>
              <a:t>Future improvements include:</a:t>
            </a:r>
          </a:p>
          <a:p>
            <a:r>
              <a:rPr lang="en-US" sz="1500">
                <a:solidFill>
                  <a:srgbClr val="000000"/>
                </a:solidFill>
              </a:rPr>
              <a:t>- Drug interaction detection</a:t>
            </a:r>
          </a:p>
          <a:p>
            <a:r>
              <a:rPr lang="en-US" sz="1500">
                <a:solidFill>
                  <a:srgbClr val="000000"/>
                </a:solidFill>
              </a:rPr>
              <a:t>- Caregiver monitoring dashboard</a:t>
            </a:r>
          </a:p>
          <a:p>
            <a:r>
              <a:rPr lang="en-US" sz="1500">
                <a:solidFill>
                  <a:srgbClr val="000000"/>
                </a:solidFill>
              </a:rPr>
              <a:t>- Smart refill prediction</a:t>
            </a:r>
          </a:p>
          <a:p>
            <a:r>
              <a:rPr lang="en-US" sz="1500">
                <a:solidFill>
                  <a:srgbClr val="000000"/>
                </a:solidFill>
              </a:rPr>
              <a:t>- Integration with pharmacies and hospitals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251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PillPulse AI</vt:lpstr>
      <vt:lpstr>Introduction</vt:lpstr>
      <vt:lpstr>Problem Statement</vt:lpstr>
      <vt:lpstr>Proposed Solution / Methodology</vt:lpstr>
      <vt:lpstr>Results / Outcomes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AEE-3 CC-MAINT</cp:lastModifiedBy>
  <cp:revision>2</cp:revision>
  <dcterms:created xsi:type="dcterms:W3CDTF">2013-01-27T09:14:16Z</dcterms:created>
  <dcterms:modified xsi:type="dcterms:W3CDTF">2026-03-09T16:28:04Z</dcterms:modified>
  <cp:category/>
</cp:coreProperties>
</file>